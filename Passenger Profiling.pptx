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4" r:id="rId5"/>
    <p:sldId id="305" r:id="rId6"/>
    <p:sldId id="318" r:id="rId7"/>
    <p:sldId id="319" r:id="rId8"/>
    <p:sldId id="323" r:id="rId9"/>
    <p:sldId id="321" r:id="rId10"/>
    <p:sldId id="322" r:id="rId11"/>
    <p:sldId id="320" r:id="rId12"/>
    <p:sldId id="324" r:id="rId13"/>
    <p:sldId id="325" r:id="rId14"/>
    <p:sldId id="326" r:id="rId15"/>
    <p:sldId id="327" r:id="rId16"/>
    <p:sldId id="328" r:id="rId17"/>
    <p:sldId id="32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A583"/>
    <a:srgbClr val="D3D6C4"/>
    <a:srgbClr val="939C64"/>
    <a:srgbClr val="A0AB69"/>
    <a:srgbClr val="B3BC87"/>
    <a:srgbClr val="DDCC86"/>
    <a:srgbClr val="869151"/>
    <a:srgbClr val="FBFBFB"/>
    <a:srgbClr val="9EA774"/>
    <a:srgbClr val="D1BD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A5D35-E541-49A7-8FF0-B71F0F713321}" v="16" dt="2025-07-17T10:42:52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84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 Fita" userId="a90483b9-0dc8-441e-9b31-20588c36fe45" providerId="ADAL" clId="{5A6A5D35-E541-49A7-8FF0-B71F0F713321}"/>
    <pc:docChg chg="undo custSel addSld delSld modSld sldOrd">
      <pc:chgData name="Joan Fita" userId="a90483b9-0dc8-441e-9b31-20588c36fe45" providerId="ADAL" clId="{5A6A5D35-E541-49A7-8FF0-B71F0F713321}" dt="2025-07-17T10:44:07.068" v="6593" actId="20577"/>
      <pc:docMkLst>
        <pc:docMk/>
      </pc:docMkLst>
      <pc:sldChg chg="modSp mod">
        <pc:chgData name="Joan Fita" userId="a90483b9-0dc8-441e-9b31-20588c36fe45" providerId="ADAL" clId="{5A6A5D35-E541-49A7-8FF0-B71F0F713321}" dt="2025-07-16T11:00:26.066" v="23" actId="27636"/>
        <pc:sldMkLst>
          <pc:docMk/>
          <pc:sldMk cId="130621693" sldId="264"/>
        </pc:sldMkLst>
        <pc:spChg chg="mod">
          <ac:chgData name="Joan Fita" userId="a90483b9-0dc8-441e-9b31-20588c36fe45" providerId="ADAL" clId="{5A6A5D35-E541-49A7-8FF0-B71F0F713321}" dt="2025-07-16T11:00:26.066" v="23" actId="27636"/>
          <ac:spMkLst>
            <pc:docMk/>
            <pc:sldMk cId="130621693" sldId="264"/>
            <ac:spMk id="2" creationId="{59B017B6-DA8D-A196-80E9-AE7287D7A8F9}"/>
          </ac:spMkLst>
        </pc:spChg>
      </pc:sldChg>
      <pc:sldChg chg="modSp mod">
        <pc:chgData name="Joan Fita" userId="a90483b9-0dc8-441e-9b31-20588c36fe45" providerId="ADAL" clId="{5A6A5D35-E541-49A7-8FF0-B71F0F713321}" dt="2025-07-16T11:28:20.011" v="1380" actId="20577"/>
        <pc:sldMkLst>
          <pc:docMk/>
          <pc:sldMk cId="2294717330" sldId="305"/>
        </pc:sldMkLst>
        <pc:spChg chg="mod">
          <ac:chgData name="Joan Fita" userId="a90483b9-0dc8-441e-9b31-20588c36fe45" providerId="ADAL" clId="{5A6A5D35-E541-49A7-8FF0-B71F0F713321}" dt="2025-07-16T11:00:38.466" v="55" actId="20577"/>
          <ac:spMkLst>
            <pc:docMk/>
            <pc:sldMk cId="2294717330" sldId="305"/>
            <ac:spMk id="3" creationId="{B84B198F-9860-A3C9-AB6B-3402461C434E}"/>
          </ac:spMkLst>
        </pc:spChg>
        <pc:spChg chg="mod">
          <ac:chgData name="Joan Fita" userId="a90483b9-0dc8-441e-9b31-20588c36fe45" providerId="ADAL" clId="{5A6A5D35-E541-49A7-8FF0-B71F0F713321}" dt="2025-07-16T11:28:20.011" v="1380" actId="20577"/>
          <ac:spMkLst>
            <pc:docMk/>
            <pc:sldMk cId="2294717330" sldId="305"/>
            <ac:spMk id="9" creationId="{E697CDA7-8A48-7B7D-29F8-25B7B952CCFC}"/>
          </ac:spMkLst>
        </pc:spChg>
      </pc:sldChg>
      <pc:sldChg chg="del">
        <pc:chgData name="Joan Fita" userId="a90483b9-0dc8-441e-9b31-20588c36fe45" providerId="ADAL" clId="{5A6A5D35-E541-49A7-8FF0-B71F0F713321}" dt="2025-07-16T11:10:32.208" v="1133" actId="2696"/>
        <pc:sldMkLst>
          <pc:docMk/>
          <pc:sldMk cId="2314519024" sldId="314"/>
        </pc:sldMkLst>
      </pc:sldChg>
      <pc:sldChg chg="del">
        <pc:chgData name="Joan Fita" userId="a90483b9-0dc8-441e-9b31-20588c36fe45" providerId="ADAL" clId="{5A6A5D35-E541-49A7-8FF0-B71F0F713321}" dt="2025-07-16T11:10:32.208" v="1133" actId="2696"/>
        <pc:sldMkLst>
          <pc:docMk/>
          <pc:sldMk cId="410766255" sldId="315"/>
        </pc:sldMkLst>
      </pc:sldChg>
      <pc:sldChg chg="del">
        <pc:chgData name="Joan Fita" userId="a90483b9-0dc8-441e-9b31-20588c36fe45" providerId="ADAL" clId="{5A6A5D35-E541-49A7-8FF0-B71F0F713321}" dt="2025-07-16T11:10:32.208" v="1133" actId="2696"/>
        <pc:sldMkLst>
          <pc:docMk/>
          <pc:sldMk cId="1659238540" sldId="316"/>
        </pc:sldMkLst>
      </pc:sldChg>
      <pc:sldChg chg="del">
        <pc:chgData name="Joan Fita" userId="a90483b9-0dc8-441e-9b31-20588c36fe45" providerId="ADAL" clId="{5A6A5D35-E541-49A7-8FF0-B71F0F713321}" dt="2025-07-16T11:10:32.208" v="1133" actId="2696"/>
        <pc:sldMkLst>
          <pc:docMk/>
          <pc:sldMk cId="2538858549" sldId="317"/>
        </pc:sldMkLst>
      </pc:sldChg>
      <pc:sldChg chg="addSp delSp modSp add mod">
        <pc:chgData name="Joan Fita" userId="a90483b9-0dc8-441e-9b31-20588c36fe45" providerId="ADAL" clId="{5A6A5D35-E541-49A7-8FF0-B71F0F713321}" dt="2025-07-17T09:31:43.343" v="1886" actId="21"/>
        <pc:sldMkLst>
          <pc:docMk/>
          <pc:sldMk cId="21334163" sldId="318"/>
        </pc:sldMkLst>
        <pc:spChg chg="add del mod">
          <ac:chgData name="Joan Fita" userId="a90483b9-0dc8-441e-9b31-20588c36fe45" providerId="ADAL" clId="{5A6A5D35-E541-49A7-8FF0-B71F0F713321}" dt="2025-07-17T09:31:43.343" v="1886" actId="21"/>
          <ac:spMkLst>
            <pc:docMk/>
            <pc:sldMk cId="21334163" sldId="318"/>
            <ac:spMk id="9" creationId="{B0FE7591-EBD7-EFA6-6141-A22BE96155B0}"/>
          </ac:spMkLst>
        </pc:spChg>
      </pc:sldChg>
      <pc:sldChg chg="addSp delSp modSp add mod">
        <pc:chgData name="Joan Fita" userId="a90483b9-0dc8-441e-9b31-20588c36fe45" providerId="ADAL" clId="{5A6A5D35-E541-49A7-8FF0-B71F0F713321}" dt="2025-07-17T09:31:18.276" v="1880" actId="1076"/>
        <pc:sldMkLst>
          <pc:docMk/>
          <pc:sldMk cId="773581766" sldId="319"/>
        </pc:sldMkLst>
        <pc:spChg chg="mod">
          <ac:chgData name="Joan Fita" userId="a90483b9-0dc8-441e-9b31-20588c36fe45" providerId="ADAL" clId="{5A6A5D35-E541-49A7-8FF0-B71F0F713321}" dt="2025-07-16T11:10:41.178" v="1158" actId="20577"/>
          <ac:spMkLst>
            <pc:docMk/>
            <pc:sldMk cId="773581766" sldId="319"/>
            <ac:spMk id="3" creationId="{199A5C50-497F-D79A-B0D5-44F45198B4EF}"/>
          </ac:spMkLst>
        </pc:spChg>
        <pc:spChg chg="del">
          <ac:chgData name="Joan Fita" userId="a90483b9-0dc8-441e-9b31-20588c36fe45" providerId="ADAL" clId="{5A6A5D35-E541-49A7-8FF0-B71F0F713321}" dt="2025-07-16T11:10:43.844" v="1159" actId="478"/>
          <ac:spMkLst>
            <pc:docMk/>
            <pc:sldMk cId="773581766" sldId="319"/>
            <ac:spMk id="9" creationId="{42982A81-51A3-78B7-89AF-DAABF4A72AB6}"/>
          </ac:spMkLst>
        </pc:spChg>
        <pc:picChg chg="add del mod">
          <ac:chgData name="Joan Fita" userId="a90483b9-0dc8-441e-9b31-20588c36fe45" providerId="ADAL" clId="{5A6A5D35-E541-49A7-8FF0-B71F0F713321}" dt="2025-07-17T09:27:42.154" v="1877" actId="478"/>
          <ac:picMkLst>
            <pc:docMk/>
            <pc:sldMk cId="773581766" sldId="319"/>
            <ac:picMk id="2" creationId="{11451074-6319-99B2-DFE7-30F9AD223A95}"/>
          </ac:picMkLst>
        </pc:picChg>
        <pc:picChg chg="add mod">
          <ac:chgData name="Joan Fita" userId="a90483b9-0dc8-441e-9b31-20588c36fe45" providerId="ADAL" clId="{5A6A5D35-E541-49A7-8FF0-B71F0F713321}" dt="2025-07-17T09:31:18.276" v="1880" actId="1076"/>
          <ac:picMkLst>
            <pc:docMk/>
            <pc:sldMk cId="773581766" sldId="319"/>
            <ac:picMk id="4" creationId="{F46D3DEC-A683-AEE0-EC8D-B112C968DBBA}"/>
          </ac:picMkLst>
        </pc:picChg>
      </pc:sldChg>
      <pc:sldChg chg="addSp delSp modSp add mod ord">
        <pc:chgData name="Joan Fita" userId="a90483b9-0dc8-441e-9b31-20588c36fe45" providerId="ADAL" clId="{5A6A5D35-E541-49A7-8FF0-B71F0F713321}" dt="2025-07-17T10:01:35.629" v="4741" actId="20577"/>
        <pc:sldMkLst>
          <pc:docMk/>
          <pc:sldMk cId="1155074076" sldId="320"/>
        </pc:sldMkLst>
        <pc:spChg chg="mod">
          <ac:chgData name="Joan Fita" userId="a90483b9-0dc8-441e-9b31-20588c36fe45" providerId="ADAL" clId="{5A6A5D35-E541-49A7-8FF0-B71F0F713321}" dt="2025-07-17T09:54:03.141" v="4040" actId="6549"/>
          <ac:spMkLst>
            <pc:docMk/>
            <pc:sldMk cId="1155074076" sldId="320"/>
            <ac:spMk id="3" creationId="{587D8AC4-C111-53DE-EB9F-6EE6E8B13DCB}"/>
          </ac:spMkLst>
        </pc:spChg>
        <pc:spChg chg="add mod">
          <ac:chgData name="Joan Fita" userId="a90483b9-0dc8-441e-9b31-20588c36fe45" providerId="ADAL" clId="{5A6A5D35-E541-49A7-8FF0-B71F0F713321}" dt="2025-07-17T10:01:35.629" v="4741" actId="20577"/>
          <ac:spMkLst>
            <pc:docMk/>
            <pc:sldMk cId="1155074076" sldId="320"/>
            <ac:spMk id="6" creationId="{AA0D7A53-A534-DDA6-3F9E-3BB0DDECA755}"/>
          </ac:spMkLst>
        </pc:spChg>
        <pc:picChg chg="add del">
          <ac:chgData name="Joan Fita" userId="a90483b9-0dc8-441e-9b31-20588c36fe45" providerId="ADAL" clId="{5A6A5D35-E541-49A7-8FF0-B71F0F713321}" dt="2025-07-17T09:31:39.115" v="1884" actId="478"/>
          <ac:picMkLst>
            <pc:docMk/>
            <pc:sldMk cId="1155074076" sldId="320"/>
            <ac:picMk id="2" creationId="{520FAC28-BD02-EE57-4F7C-ACD563608654}"/>
          </ac:picMkLst>
        </pc:picChg>
        <pc:picChg chg="del">
          <ac:chgData name="Joan Fita" userId="a90483b9-0dc8-441e-9b31-20588c36fe45" providerId="ADAL" clId="{5A6A5D35-E541-49A7-8FF0-B71F0F713321}" dt="2025-07-17T09:31:26.556" v="1882" actId="478"/>
          <ac:picMkLst>
            <pc:docMk/>
            <pc:sldMk cId="1155074076" sldId="320"/>
            <ac:picMk id="4" creationId="{AE777D4B-3E6A-4675-F69A-49FE11E2591F}"/>
          </ac:picMkLst>
        </pc:picChg>
      </pc:sldChg>
      <pc:sldChg chg="modSp add mod">
        <pc:chgData name="Joan Fita" userId="a90483b9-0dc8-441e-9b31-20588c36fe45" providerId="ADAL" clId="{5A6A5D35-E541-49A7-8FF0-B71F0F713321}" dt="2025-07-17T09:51:53.464" v="4003" actId="113"/>
        <pc:sldMkLst>
          <pc:docMk/>
          <pc:sldMk cId="1683863394" sldId="321"/>
        </pc:sldMkLst>
        <pc:spChg chg="mod">
          <ac:chgData name="Joan Fita" userId="a90483b9-0dc8-441e-9b31-20588c36fe45" providerId="ADAL" clId="{5A6A5D35-E541-49A7-8FF0-B71F0F713321}" dt="2025-07-17T09:51:53.464" v="4003" actId="113"/>
          <ac:spMkLst>
            <pc:docMk/>
            <pc:sldMk cId="1683863394" sldId="321"/>
            <ac:spMk id="6" creationId="{872EDD6C-D05C-DC0B-5BD8-D1D208855204}"/>
          </ac:spMkLst>
        </pc:spChg>
      </pc:sldChg>
      <pc:sldChg chg="addSp delSp modSp add mod ord">
        <pc:chgData name="Joan Fita" userId="a90483b9-0dc8-441e-9b31-20588c36fe45" providerId="ADAL" clId="{5A6A5D35-E541-49A7-8FF0-B71F0F713321}" dt="2025-07-17T09:53:38.536" v="4024" actId="20577"/>
        <pc:sldMkLst>
          <pc:docMk/>
          <pc:sldMk cId="211308386" sldId="322"/>
        </pc:sldMkLst>
        <pc:spChg chg="mod">
          <ac:chgData name="Joan Fita" userId="a90483b9-0dc8-441e-9b31-20588c36fe45" providerId="ADAL" clId="{5A6A5D35-E541-49A7-8FF0-B71F0F713321}" dt="2025-07-17T09:53:38.536" v="4024" actId="20577"/>
          <ac:spMkLst>
            <pc:docMk/>
            <pc:sldMk cId="211308386" sldId="322"/>
            <ac:spMk id="3" creationId="{CBB8AEA8-B6A7-A255-EF69-3982665B70F3}"/>
          </ac:spMkLst>
        </pc:spChg>
        <pc:picChg chg="add mod">
          <ac:chgData name="Joan Fita" userId="a90483b9-0dc8-441e-9b31-20588c36fe45" providerId="ADAL" clId="{5A6A5D35-E541-49A7-8FF0-B71F0F713321}" dt="2025-07-17T09:53:33.397" v="4013" actId="1076"/>
          <ac:picMkLst>
            <pc:docMk/>
            <pc:sldMk cId="211308386" sldId="322"/>
            <ac:picMk id="2" creationId="{B7E14892-4FF1-07D4-C75F-91B232E1DF0B}"/>
          </ac:picMkLst>
        </pc:picChg>
        <pc:picChg chg="del">
          <ac:chgData name="Joan Fita" userId="a90483b9-0dc8-441e-9b31-20588c36fe45" providerId="ADAL" clId="{5A6A5D35-E541-49A7-8FF0-B71F0F713321}" dt="2025-07-17T09:52:05.964" v="4007" actId="478"/>
          <ac:picMkLst>
            <pc:docMk/>
            <pc:sldMk cId="211308386" sldId="322"/>
            <ac:picMk id="4" creationId="{EF34DA58-98F8-9D53-95E0-890562D75777}"/>
          </ac:picMkLst>
        </pc:picChg>
      </pc:sldChg>
      <pc:sldChg chg="add">
        <pc:chgData name="Joan Fita" userId="a90483b9-0dc8-441e-9b31-20588c36fe45" providerId="ADAL" clId="{5A6A5D35-E541-49A7-8FF0-B71F0F713321}" dt="2025-07-17T09:53:52.409" v="4025" actId="2890"/>
        <pc:sldMkLst>
          <pc:docMk/>
          <pc:sldMk cId="617081029" sldId="323"/>
        </pc:sldMkLst>
      </pc:sldChg>
      <pc:sldChg chg="modSp add mod">
        <pc:chgData name="Joan Fita" userId="a90483b9-0dc8-441e-9b31-20588c36fe45" providerId="ADAL" clId="{5A6A5D35-E541-49A7-8FF0-B71F0F713321}" dt="2025-07-17T10:07:06.239" v="5037" actId="20577"/>
        <pc:sldMkLst>
          <pc:docMk/>
          <pc:sldMk cId="2278337374" sldId="324"/>
        </pc:sldMkLst>
        <pc:spChg chg="mod">
          <ac:chgData name="Joan Fita" userId="a90483b9-0dc8-441e-9b31-20588c36fe45" providerId="ADAL" clId="{5A6A5D35-E541-49A7-8FF0-B71F0F713321}" dt="2025-07-17T10:07:06.239" v="5037" actId="20577"/>
          <ac:spMkLst>
            <pc:docMk/>
            <pc:sldMk cId="2278337374" sldId="324"/>
            <ac:spMk id="6" creationId="{AD5F4F3E-0B56-1F67-A851-FFDA405571EB}"/>
          </ac:spMkLst>
        </pc:spChg>
      </pc:sldChg>
      <pc:sldChg chg="modSp add mod">
        <pc:chgData name="Joan Fita" userId="a90483b9-0dc8-441e-9b31-20588c36fe45" providerId="ADAL" clId="{5A6A5D35-E541-49A7-8FF0-B71F0F713321}" dt="2025-07-17T10:14:08.471" v="5310" actId="20577"/>
        <pc:sldMkLst>
          <pc:docMk/>
          <pc:sldMk cId="4032807194" sldId="325"/>
        </pc:sldMkLst>
        <pc:spChg chg="mod">
          <ac:chgData name="Joan Fita" userId="a90483b9-0dc8-441e-9b31-20588c36fe45" providerId="ADAL" clId="{5A6A5D35-E541-49A7-8FF0-B71F0F713321}" dt="2025-07-17T10:14:08.471" v="5310" actId="20577"/>
          <ac:spMkLst>
            <pc:docMk/>
            <pc:sldMk cId="4032807194" sldId="325"/>
            <ac:spMk id="6" creationId="{AB2D5A70-5701-B7AD-E9EF-1705901F258A}"/>
          </ac:spMkLst>
        </pc:spChg>
      </pc:sldChg>
      <pc:sldChg chg="addSp delSp modSp add mod ord">
        <pc:chgData name="Joan Fita" userId="a90483b9-0dc8-441e-9b31-20588c36fe45" providerId="ADAL" clId="{5A6A5D35-E541-49A7-8FF0-B71F0F713321}" dt="2025-07-17T10:37:33.883" v="5914" actId="1076"/>
        <pc:sldMkLst>
          <pc:docMk/>
          <pc:sldMk cId="667501169" sldId="326"/>
        </pc:sldMkLst>
        <pc:spChg chg="mod">
          <ac:chgData name="Joan Fita" userId="a90483b9-0dc8-441e-9b31-20588c36fe45" providerId="ADAL" clId="{5A6A5D35-E541-49A7-8FF0-B71F0F713321}" dt="2025-07-17T10:14:52.741" v="5328" actId="20577"/>
          <ac:spMkLst>
            <pc:docMk/>
            <pc:sldMk cId="667501169" sldId="326"/>
            <ac:spMk id="3" creationId="{544EA383-4DEA-B0B0-9D4F-33B9AEC30EFB}"/>
          </ac:spMkLst>
        </pc:spChg>
        <pc:picChg chg="del">
          <ac:chgData name="Joan Fita" userId="a90483b9-0dc8-441e-9b31-20588c36fe45" providerId="ADAL" clId="{5A6A5D35-E541-49A7-8FF0-B71F0F713321}" dt="2025-07-17T10:14:58.957" v="5329" actId="478"/>
          <ac:picMkLst>
            <pc:docMk/>
            <pc:sldMk cId="667501169" sldId="326"/>
            <ac:picMk id="2" creationId="{4D110633-E5C7-E11C-6822-00B4E3A94689}"/>
          </ac:picMkLst>
        </pc:picChg>
        <pc:picChg chg="add del mod">
          <ac:chgData name="Joan Fita" userId="a90483b9-0dc8-441e-9b31-20588c36fe45" providerId="ADAL" clId="{5A6A5D35-E541-49A7-8FF0-B71F0F713321}" dt="2025-07-17T10:37:23.989" v="5911" actId="478"/>
          <ac:picMkLst>
            <pc:docMk/>
            <pc:sldMk cId="667501169" sldId="326"/>
            <ac:picMk id="4" creationId="{B8DBDC46-3D91-7630-DFC7-18A2391F4EFA}"/>
          </ac:picMkLst>
        </pc:picChg>
        <pc:picChg chg="add mod">
          <ac:chgData name="Joan Fita" userId="a90483b9-0dc8-441e-9b31-20588c36fe45" providerId="ADAL" clId="{5A6A5D35-E541-49A7-8FF0-B71F0F713321}" dt="2025-07-17T10:37:33.883" v="5914" actId="1076"/>
          <ac:picMkLst>
            <pc:docMk/>
            <pc:sldMk cId="667501169" sldId="326"/>
            <ac:picMk id="6" creationId="{737360AB-0D2B-1712-BC75-1F861CEAD0DF}"/>
          </ac:picMkLst>
        </pc:picChg>
      </pc:sldChg>
      <pc:sldChg chg="modSp add mod ord">
        <pc:chgData name="Joan Fita" userId="a90483b9-0dc8-441e-9b31-20588c36fe45" providerId="ADAL" clId="{5A6A5D35-E541-49A7-8FF0-B71F0F713321}" dt="2025-07-17T10:35:04.160" v="5819" actId="20577"/>
        <pc:sldMkLst>
          <pc:docMk/>
          <pc:sldMk cId="4080137547" sldId="327"/>
        </pc:sldMkLst>
        <pc:spChg chg="mod">
          <ac:chgData name="Joan Fita" userId="a90483b9-0dc8-441e-9b31-20588c36fe45" providerId="ADAL" clId="{5A6A5D35-E541-49A7-8FF0-B71F0F713321}" dt="2025-07-17T10:18:38.422" v="5361" actId="20577"/>
          <ac:spMkLst>
            <pc:docMk/>
            <pc:sldMk cId="4080137547" sldId="327"/>
            <ac:spMk id="3" creationId="{A68D2A8B-8951-98F7-903A-4BEC664FC592}"/>
          </ac:spMkLst>
        </pc:spChg>
        <pc:spChg chg="mod">
          <ac:chgData name="Joan Fita" userId="a90483b9-0dc8-441e-9b31-20588c36fe45" providerId="ADAL" clId="{5A6A5D35-E541-49A7-8FF0-B71F0F713321}" dt="2025-07-17T10:35:04.160" v="5819" actId="20577"/>
          <ac:spMkLst>
            <pc:docMk/>
            <pc:sldMk cId="4080137547" sldId="327"/>
            <ac:spMk id="6" creationId="{2469F880-8BBA-5080-1E65-321A578D83AF}"/>
          </ac:spMkLst>
        </pc:spChg>
      </pc:sldChg>
      <pc:sldChg chg="modSp add mod">
        <pc:chgData name="Joan Fita" userId="a90483b9-0dc8-441e-9b31-20588c36fe45" providerId="ADAL" clId="{5A6A5D35-E541-49A7-8FF0-B71F0F713321}" dt="2025-07-17T10:41:45.019" v="6348" actId="20577"/>
        <pc:sldMkLst>
          <pc:docMk/>
          <pc:sldMk cId="2774509394" sldId="328"/>
        </pc:sldMkLst>
        <pc:spChg chg="mod">
          <ac:chgData name="Joan Fita" userId="a90483b9-0dc8-441e-9b31-20588c36fe45" providerId="ADAL" clId="{5A6A5D35-E541-49A7-8FF0-B71F0F713321}" dt="2025-07-17T10:41:45.019" v="6348" actId="20577"/>
          <ac:spMkLst>
            <pc:docMk/>
            <pc:sldMk cId="2774509394" sldId="328"/>
            <ac:spMk id="6" creationId="{7A47CDCE-F6AD-049A-158F-FB0DCBE13E8C}"/>
          </ac:spMkLst>
        </pc:spChg>
      </pc:sldChg>
      <pc:sldChg chg="modSp add mod">
        <pc:chgData name="Joan Fita" userId="a90483b9-0dc8-441e-9b31-20588c36fe45" providerId="ADAL" clId="{5A6A5D35-E541-49A7-8FF0-B71F0F713321}" dt="2025-07-17T10:44:07.068" v="6593" actId="20577"/>
        <pc:sldMkLst>
          <pc:docMk/>
          <pc:sldMk cId="317702866" sldId="329"/>
        </pc:sldMkLst>
        <pc:spChg chg="mod">
          <ac:chgData name="Joan Fita" userId="a90483b9-0dc8-441e-9b31-20588c36fe45" providerId="ADAL" clId="{5A6A5D35-E541-49A7-8FF0-B71F0F713321}" dt="2025-07-17T10:44:07.068" v="6593" actId="20577"/>
          <ac:spMkLst>
            <pc:docMk/>
            <pc:sldMk cId="317702866" sldId="329"/>
            <ac:spMk id="6" creationId="{DB8FF854-9C4C-DD90-8CE1-0700C80B3C8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F21B94-5B94-1B97-2493-144A2040DC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1454A-EC57-2350-9AA4-531857718D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0FDBB-3AC4-475D-A3EC-FA267632C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A10E9-A33C-0CDF-62FE-E0B4BF2A58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D8989-13BD-0DCB-EA64-7743693BE9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7C57E-BD11-4AB0-9BD5-FDE1D74F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1761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0DB38-771C-40B5-A808-2A44B570479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D4E93-2F54-4183-A5DF-03BA2A36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599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0DA9-401F-F1D9-2E15-175E96897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4F48E-F77D-CB39-D693-D1C0A50CA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CDA1B-3C83-3CD7-A1DC-266AE809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CFEC-7091-FBB8-9E3E-5ADD0D034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56E70-8245-5035-7C47-884A737E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7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57AD-EEE7-BA5D-B053-95755D66F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DA076-F289-9B93-BE9C-C12A3F386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D4EFC-A6C1-1B93-C9F6-1D7B30FF8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275ED-F79F-AA66-A3C2-E62DA10BC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358A6-95AD-D479-0F41-AD88C650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A60AA1-DDB7-7287-EBD2-F839BEC15DB3}"/>
              </a:ext>
            </a:extLst>
          </p:cNvPr>
          <p:cNvSpPr/>
          <p:nvPr userDrawn="1"/>
        </p:nvSpPr>
        <p:spPr>
          <a:xfrm>
            <a:off x="-1" y="6607277"/>
            <a:ext cx="12219712" cy="213779"/>
          </a:xfrm>
          <a:prstGeom prst="rect">
            <a:avLst/>
          </a:prstGeom>
          <a:solidFill>
            <a:srgbClr val="A6934D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  <a:endParaRPr lang="en-GB"/>
          </a:p>
        </p:txBody>
      </p:sp>
      <p:pic>
        <p:nvPicPr>
          <p:cNvPr id="8" name="Picture 7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5E8C20B7-B577-94D7-901E-CCA1B582A0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3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8DC6-C907-F34D-A806-15A6C7D37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89B2F-77AD-10CE-0878-534D1ED4D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6E6E9-D4D0-B873-A044-17B7082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A5B35-9233-D359-24E6-D5090825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6226-FB91-D8D4-9E89-2BA0BDFB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4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A7FA-3657-8A98-75E1-8827937B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F2489-4045-99DD-A871-5F630C4D0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0B758-EA28-B0E7-93E6-A07F67A8D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DC212-5C68-B243-EBE4-206778FA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1DACA-7034-38FD-77C9-A2359A99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2103D-CE55-3F83-604B-9F3A351F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9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A771-5B4C-95D2-AC05-8EE740B3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444D3-958F-300F-3D37-6F56BE031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C4EC2-8F2D-07FB-E31E-B5E8382B6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1AF1A-B186-0D86-A475-157022827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E3E23-A373-DEB8-F38A-E7F6D8523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1B463-88F6-D8AB-BDB3-AE1B824B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5E44EA-4067-A338-EA4A-8F9725CF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AC53B4-CA04-8F89-F2B0-E988554B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8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2D61-BFED-F12F-1340-C11A0FCF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538CE-1AA3-F81B-CFE3-C61C7611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EE1C6-1C78-E53F-D105-A26FD4D0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59A4-2B1C-7885-B090-0521157C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7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AF328-D1B5-FE21-75A0-6938CB1F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07924-D14B-3EB4-BBA0-028EB0E8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BF94B-005E-3573-FBC8-85C373C0B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3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D1D3-C20E-A3B1-12D7-099E86B3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02698-8BA0-DFEF-2AF2-449A7C76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AE00F-92E0-B18A-C997-496E9664E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EA751-74A4-03F5-1BA5-E30D70BB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52412-2D3E-0324-CE91-3560A79E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05E86-4E4A-CC87-2969-1D7E0419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4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2F79-41DD-D89E-2FFC-7A934E8E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15279-A86E-31FC-B799-F66AE1FB3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8CA4F-7971-9DEE-0368-8165DB973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D0389-705F-2E9C-605D-8E7C8EEC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9377C-404D-4949-B465-F02476E1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7999E-AC3E-7FF2-9077-08C25626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83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A533-DA68-5A05-C6B9-B4C557BE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58B1D-6607-0440-D9C6-7EB688C4A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0F4A1-9CCB-35C0-68DB-BF5679C2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24274-D972-E714-D55B-4EC9ABDC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3C7C5-5EAE-B79E-BC71-54ECAD833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96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86289-EBA9-8564-70DC-E5A4E62E5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E8B00-5B02-79EF-B5F9-A67718CCB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558DD-AE7D-2249-6E29-7C02E400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A996B-936C-CB14-8801-EC49D6ED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E060F-2983-BB18-D935-4235B9D8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0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AAFFE-8CCF-CFDC-AE70-64C39DEA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DEAC8-5649-54CC-F7B6-E39B94D9D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B6C76-EF9B-0A2C-623A-926F8E24A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836F4-307F-4C35-B57B-3428155B8878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EEE92-1A81-8EB2-8F59-45F3B1235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8CB8C-041A-BD0D-AD2B-F0FB8D76A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64F65-28FA-43D1-8852-9BD026B2D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4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4E394-EF15-2EC5-6A7F-D77AAE45A94D}"/>
              </a:ext>
            </a:extLst>
          </p:cNvPr>
          <p:cNvSpPr/>
          <p:nvPr/>
        </p:nvSpPr>
        <p:spPr>
          <a:xfrm>
            <a:off x="383458" y="373626"/>
            <a:ext cx="1022555" cy="528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A74D78A7-5ED9-C344-4290-AC811D9EB4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04862" y="152630"/>
            <a:ext cx="1766453" cy="9703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295BF4-EE43-74D4-19BE-7F4FE8D98A9C}"/>
              </a:ext>
            </a:extLst>
          </p:cNvPr>
          <p:cNvSpPr/>
          <p:nvPr/>
        </p:nvSpPr>
        <p:spPr>
          <a:xfrm>
            <a:off x="308495" y="4426867"/>
            <a:ext cx="4253807" cy="2766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017B6-DA8D-A196-80E9-AE7287D7A8F9}"/>
              </a:ext>
            </a:extLst>
          </p:cNvPr>
          <p:cNvSpPr txBox="1"/>
          <p:nvPr/>
        </p:nvSpPr>
        <p:spPr>
          <a:xfrm>
            <a:off x="3574025" y="2359740"/>
            <a:ext cx="5078361" cy="6194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Passenger Profiling</a:t>
            </a:r>
          </a:p>
        </p:txBody>
      </p:sp>
    </p:spTree>
    <p:extLst>
      <p:ext uri="{BB962C8B-B14F-4D97-AF65-F5344CB8AC3E}">
        <p14:creationId xmlns:p14="http://schemas.microsoft.com/office/powerpoint/2010/main" val="13062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1E141-2487-EEC5-47BD-F3F4D23D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228BC899-CAB1-3751-55FC-01543A56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063ABE-4A88-ED60-927E-F02D27056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B09C9E05-5D47-D5E3-3875-DB70DA269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8C8B7E3-2A81-54C4-5194-0C695F4194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4217357-D224-9F43-7999-3B3A2D10F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0FAF6E-79FE-9121-F4E3-66DC91938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0371F0E-B02E-7EF3-5F92-5070A3B7D7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B198F-9860-A3C9-AB6B-3402461C434E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7CDA7-8A48-7B7D-29F8-25B7B952CCFC}"/>
              </a:ext>
            </a:extLst>
          </p:cNvPr>
          <p:cNvSpPr txBox="1"/>
          <p:nvPr/>
        </p:nvSpPr>
        <p:spPr>
          <a:xfrm>
            <a:off x="1369176" y="1833815"/>
            <a:ext cx="92106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Passenger data collection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Creation of a table with a summary of data of each passenger (per passenger document). Current study has been performed with the previous 365.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Parameters analyzed: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Number of trips (frequency of travel)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Nationality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Gender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Average price paid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Variability of price paid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Average anticipation purchase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Group size travelling with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Class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Weekday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Origin-Destination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Sales Channel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Time shift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Peak season / outside season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Resident or foreigner</a:t>
            </a:r>
          </a:p>
        </p:txBody>
      </p:sp>
    </p:spTree>
    <p:extLst>
      <p:ext uri="{BB962C8B-B14F-4D97-AF65-F5344CB8AC3E}">
        <p14:creationId xmlns:p14="http://schemas.microsoft.com/office/powerpoint/2010/main" val="229471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93E61-29E0-E1E3-6E77-0FFE5978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56CA4B7A-37F7-059A-18BD-F37C331E9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C95316-869F-48D3-8F77-A03C2D0A1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EC744FF8-881F-21BD-FE21-2AF1D0D71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F7B1749-7DE3-1462-14A0-53129252C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D12BA89-A9DC-0C31-BCC3-2A6972CE6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86D3748-598D-16D4-C487-D63C4B6DF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1DEE3864-159D-8C0A-05F7-274E3EF89D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68D7C2-53BC-CB8A-F62A-C991BE3DA96A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E7591-EBD7-EFA6-6141-A22BE96155B0}"/>
              </a:ext>
            </a:extLst>
          </p:cNvPr>
          <p:cNvSpPr txBox="1"/>
          <p:nvPr/>
        </p:nvSpPr>
        <p:spPr>
          <a:xfrm>
            <a:off x="1369176" y="1833815"/>
            <a:ext cx="921067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400" dirty="0"/>
              <a:t>Clustering of passengers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Performs one clustering per each corridor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Using of K-Means algorithm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Group the passengers with similar characteristics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Get a summary of the parameters for each route and cluster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+mj-lt"/>
              <a:buAutoNum type="arabicPeriod" startAt="3"/>
            </a:pPr>
            <a:r>
              <a:rPr lang="en-US" sz="1400" dirty="0"/>
              <a:t>Passenger Profiling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Extracting the most characteristic trait of each cluster, identify patterns and behaviors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The final profiles are the ones shown in the following slides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The profiles are ordered by bookings share, which is the % of bookings that this profile represent over the total valid bookings in the period analyzed.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In contrast, the share show the % of customers in that profile over the total of valid customers, regardless of the number of bookings each customer performed.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“valid bookings” or “valid customers” refers to the customers that have a document number apparently valid (discarding values such as ‘passport’ or ‘1111111’ ) and the bookings they did those customers.</a:t>
            </a:r>
          </a:p>
        </p:txBody>
      </p:sp>
    </p:spTree>
    <p:extLst>
      <p:ext uri="{BB962C8B-B14F-4D97-AF65-F5344CB8AC3E}">
        <p14:creationId xmlns:p14="http://schemas.microsoft.com/office/powerpoint/2010/main" val="2133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4CE9D-29EE-EE61-3AB7-13ED5298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01F1909B-4C02-4DBA-CCFD-AA21C6CE4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AFF88C-12E1-0D21-03A4-28BA39F91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A6F45B6B-8373-9E5D-C6E4-D8D8A1B9F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1E6368E-04F9-F68E-36BA-31456B1A3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7B0E21-731D-0FF9-DD85-01B9C84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6F0FF8C-B1A2-14CA-63B2-7E0EBD086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8506267C-8BBB-3530-FB4E-7023F2402F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9A5C50-497F-D79A-B0D5-44F45198B4EF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MAKKAH-MADINAH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D3DEC-A683-AEE0-EC8D-B112C968D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84" y="1179567"/>
            <a:ext cx="11464413" cy="519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8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AFC1A-53A1-A2AC-B9D4-7143D9DB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48C24C7F-0A49-74E2-0EA4-6DFE9A5E8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D676BA-AFD8-F225-4161-273FA58F7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B68F1F-F495-8909-7D60-DACDA3DAF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AB03C1E-F7F5-8B86-F604-161105AEF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28AA4D-2850-277B-363C-6C15B43A5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7DFFD0-C6C8-24D3-6598-DC74EFA97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5239B800-1E0F-B6D9-5A21-5B85053622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A4AAC2-5EF2-B063-9668-46CDF4E0B002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MAKKAH-MADINAH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8BEA7D-FACA-DD90-932D-AEA80CBD1708}"/>
              </a:ext>
            </a:extLst>
          </p:cNvPr>
          <p:cNvSpPr txBox="1"/>
          <p:nvPr/>
        </p:nvSpPr>
        <p:spPr>
          <a:xfrm>
            <a:off x="1401153" y="1294376"/>
            <a:ext cx="92106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Occasional Traveler </a:t>
            </a:r>
            <a:r>
              <a:rPr lang="en-US" sz="1400" dirty="0"/>
              <a:t>(36%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Travel with HHR 2 or 3 times per year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By themselves or with group up to ten people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Residents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Both long and short routes.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Medium purchase anticipation up to one week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Book mostly by App, and at less extend by Web</a:t>
            </a:r>
          </a:p>
          <a:p>
            <a:pPr lvl="1"/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Opportunist</a:t>
            </a:r>
            <a:r>
              <a:rPr lang="en-US" sz="1400" dirty="0"/>
              <a:t> (22%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Low price compared with other profiles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Single trip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Mostly foreigner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Focused in long route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Book by App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Umrah Traveler </a:t>
            </a:r>
            <a:r>
              <a:rPr lang="en-US" sz="1400" dirty="0"/>
              <a:t>(20%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Larger anticipation compared with other profiles (2 or 3 weeks on average, depends on the destination)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Single trip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Focus on long routes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Main Foreigner profile outside season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Mainly book by website</a:t>
            </a:r>
          </a:p>
        </p:txBody>
      </p:sp>
    </p:spTree>
    <p:extLst>
      <p:ext uri="{BB962C8B-B14F-4D97-AF65-F5344CB8AC3E}">
        <p14:creationId xmlns:p14="http://schemas.microsoft.com/office/powerpoint/2010/main" val="61708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479CD-1967-75EA-EE24-A650C0BC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2E04DD4F-8E78-E864-5AF9-294B98EA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4B8EC6-488C-341C-A3D0-48E8496C9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70F6C141-258B-F1EC-9015-25848279B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99382E4-4FAB-7849-34D8-D1FF8E2915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DA3AD02-24EA-880D-640C-EC31F0A5C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889D7D1-0AFC-4628-B675-1549EF4F1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A2C3FF4F-D00F-4640-1A80-7DC36C4873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9A2BE-6837-09F4-6872-193C3D982329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MAKKAH-MADINAH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EDD6C-D05C-DC0B-5BD8-D1D208855204}"/>
              </a:ext>
            </a:extLst>
          </p:cNvPr>
          <p:cNvSpPr txBox="1"/>
          <p:nvPr/>
        </p:nvSpPr>
        <p:spPr>
          <a:xfrm>
            <a:off x="1401153" y="1255220"/>
            <a:ext cx="921067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Planner Umrah Traveler </a:t>
            </a:r>
            <a:r>
              <a:rPr lang="en-US" sz="1400" dirty="0"/>
              <a:t>(8% bookings)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Same base characteristics than Umrah Traveler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Larger anticipation than the regular Umrah Traveler (around one month)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Profile also active during peak seasons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Business Traveler </a:t>
            </a:r>
            <a:r>
              <a:rPr lang="en-US" sz="1400" dirty="0"/>
              <a:t>(7% bookings)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Similar to occasional traveler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Business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Higher price paid, mostly because the class choice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As other profiles, has preference for App, then the website, but there is an important (around 10%) of bookings through TOM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Mostly foreigner profiles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Frequent Traveler </a:t>
            </a:r>
            <a:r>
              <a:rPr lang="en-US" sz="1400" dirty="0"/>
              <a:t>(5% bookings)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Represent a very small portion of the customers (0.4%), but a fair 5% of weight taking in consideration the amount of bookings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Travel with HHR once or twice per month on yearly average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Slight shorter anticipation than other profiles (up to 6 days)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Mostly Economy Class, but there is presence in Business Class as well (around 25%)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Strong presence of residents, and specifically Saudi nationality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Iranian Groups </a:t>
            </a:r>
            <a:r>
              <a:rPr lang="en-US" sz="1400" dirty="0"/>
              <a:t>(3% bookings)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Specific cluster for this groups for its unique and common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683863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1F840-C1E5-71D3-F0E6-CB257E0B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BB06AC8-F793-29FB-FDA2-47AC4201B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EA140A-DA09-B044-060F-D7F4D308B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C48B39BD-F940-7288-21C4-823DFD488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4AF2883-CFB3-54D9-7891-DE2B0819C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2E4A69-6F10-889E-20F8-5248D9414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E93C6E5-FC94-A4DD-B2C4-C1446E780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2C802BA0-8C34-5F8B-EB15-6F7F7C8238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B8AEA8-B6A7-A255-EF69-3982665B70F3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MAKKAH-KAIA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E14892-4FF1-07D4-C75F-91B232E1D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402" y="1007249"/>
            <a:ext cx="9922548" cy="561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E18B7-F8B1-90EF-86B0-CD3C9380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1116FA15-ED70-31FA-B406-F324DED24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03B25E-2A5C-2F50-305E-72B27D241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4F4219-8186-7A68-E393-207546F83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BBE708-1CAF-6BF7-F1D2-D4A605E0D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E58C0CD-1032-5BCF-F301-B5C82C71F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699DB46-C77E-256B-BF01-D9108D06DD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1536804F-7583-1E4B-384E-7D66530CA4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7D8AC4-C111-53DE-EB9F-6EE6E8B13DCB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MAKKAH-KAIA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D7A53-A534-DDA6-3F9E-3BB0DDECA755}"/>
              </a:ext>
            </a:extLst>
          </p:cNvPr>
          <p:cNvSpPr txBox="1"/>
          <p:nvPr/>
        </p:nvSpPr>
        <p:spPr>
          <a:xfrm>
            <a:off x="1401153" y="1294376"/>
            <a:ext cx="921067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Occasional Traveler </a:t>
            </a:r>
            <a:r>
              <a:rPr lang="en-US" sz="1400" dirty="0"/>
              <a:t>(26%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Travel with HHR 2 or 3 times per year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By themselves or with group up to five people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Mostly Residents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Both long and short routes.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Short purchase anticipation up to three days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Book by App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Peak season low cost </a:t>
            </a:r>
            <a:r>
              <a:rPr lang="en-US" sz="1400" dirty="0"/>
              <a:t>(15%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Traveler of peak seasons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Relatively low price compare with other profiles of peak season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Travel with HHR 1 or 2 times per year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By themselves or with group up to five people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Adapt better than other profiles to different time shifts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Mostly Residents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Mostly Economy Class, but some Business Class presence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Slight longer purchase anticipation, up to four days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Book mostly by App, but also by website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5507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7E9E3-4599-6779-ACCD-CAC95515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D57A0211-D234-AC78-E7CD-156833DE1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4A3EF5-CA30-A32C-6482-757F0B35E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E947198B-7524-F461-302E-6D7CEEAAC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6A42B6-4441-EFE0-B1E3-EF40D5024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216CA3B-7567-883F-4401-6EE88753B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17CB438-29AE-7D90-9CD4-37A0CEBCE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E2FABA9E-62F8-8885-9877-7E465D3F98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33C4C3-256B-6FEC-DC56-E139E516F316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MAKKAH-KAIA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F4F3E-0B56-1F67-A851-FFDA405571EB}"/>
              </a:ext>
            </a:extLst>
          </p:cNvPr>
          <p:cNvSpPr txBox="1"/>
          <p:nvPr/>
        </p:nvSpPr>
        <p:spPr>
          <a:xfrm>
            <a:off x="1401153" y="1294376"/>
            <a:ext cx="921067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Opportunist </a:t>
            </a:r>
            <a:r>
              <a:rPr lang="en-US" sz="1400" dirty="0"/>
              <a:t>(14%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Single trip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Low price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By themselves or with group up to five people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Both residents and foreigners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Focus on workdays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Both long and short routes.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Even shorter anticipation than most profiles in this route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Book mostly by App, but also website and TOM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Weekend traveler </a:t>
            </a:r>
            <a:r>
              <a:rPr lang="en-US" sz="1400" dirty="0"/>
              <a:t>(12%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Similar to previous profile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Focus on weekend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Resident predominance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Peak Season Business </a:t>
            </a:r>
            <a:r>
              <a:rPr lang="en-US" sz="1400" dirty="0"/>
              <a:t>(5%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Business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Peak seasons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Shorter anticipation than usual profile (up to 2 days only)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Both residents and foreigner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7833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14705-500A-478B-87ED-ED1F763AB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AF0E80D9-8E13-F406-A4A5-B58DD40C8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CBE384-9E5C-3867-426F-6DD8E243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8B1024-8FB4-AB9E-44A1-ADCBAA172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36FA7E-5E09-0066-5D44-CA44B97E5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2F03CDF-99DD-EAA6-EB24-48929121C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C5B8147-9805-081A-20BD-D76D0EAD2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CBD6F8DF-9955-2DFD-127C-A66D081F6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33A367-82D2-0EF8-6A78-1882F4BD85A5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MAKKAH-KAIA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D5A70-5701-B7AD-E9EF-1705901F258A}"/>
              </a:ext>
            </a:extLst>
          </p:cNvPr>
          <p:cNvSpPr txBox="1"/>
          <p:nvPr/>
        </p:nvSpPr>
        <p:spPr>
          <a:xfrm>
            <a:off x="1401153" y="1294376"/>
            <a:ext cx="921067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Planner </a:t>
            </a:r>
            <a:r>
              <a:rPr lang="en-US" sz="1400" dirty="0"/>
              <a:t>(4%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Long anticipation (around 3-5 weeks)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Preference for 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Frequent traveler </a:t>
            </a:r>
            <a:r>
              <a:rPr lang="en-US" sz="1400" dirty="0"/>
              <a:t>(4%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Short anticipation (up to 2 days)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Travel with HHR monthly or more frequent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Travel alone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Preference for Economy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Residents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Women predominance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Strong Saudi presence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Indian Groups </a:t>
            </a:r>
            <a:r>
              <a:rPr lang="en-US" sz="1400" dirty="0"/>
              <a:t>(4% bookings)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Specific cluster for this groups for its unique and common characteristics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2807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3B4B5-07C6-FFE5-1F51-832F6749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F0738F1D-235B-890F-A491-703B60FF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074EE2-8CC1-12D9-130F-E1F57853D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4CA6A8-F93F-8EA5-702E-84B051BC2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EE21280-E595-CB6B-EB9B-911EA101B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83A65D-8174-15BC-B70F-D696BBA86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EA6C503-0057-AE1A-F9D7-B4ECC050A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B797E55A-6E2A-286D-A2A5-609B664762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4EA383-4DEA-B0B0-9D4F-33B9AEC30EFB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KAIA-MADINAH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7360AB-0D2B-1712-BC75-1F861CEAD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23" y="1152096"/>
            <a:ext cx="10638503" cy="539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01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842CD-ACCC-15CD-05A1-41FDD0333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33D01D58-4A66-9EB4-34A7-ECEAD426A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C0022A-A598-7BB0-BE71-42B5C1724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421A34-F5C6-AC04-E026-64B7498A7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C3C6BA-FD92-9E52-A50C-67FEB3987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96D43E-BCB6-FA85-C99D-7217932B5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5E75735-0E9E-4864-1BA3-1010ABDAC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C68E6B6F-33C4-0D41-6F0D-9CD2B3AB29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8D2A8B-8951-98F7-903A-4BEC664FC592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KAIA-MADINAH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9F880-8BBA-5080-1E65-321A578D83AF}"/>
              </a:ext>
            </a:extLst>
          </p:cNvPr>
          <p:cNvSpPr txBox="1"/>
          <p:nvPr/>
        </p:nvSpPr>
        <p:spPr>
          <a:xfrm>
            <a:off x="1401153" y="1294376"/>
            <a:ext cx="921067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Round Trip Occasional </a:t>
            </a:r>
            <a:r>
              <a:rPr lang="en-US" sz="1400" dirty="0"/>
              <a:t>(39%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Perform round trips, one or two times yearly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Booking anticipation of one week at most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Residents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Focus on long routes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Strong Saudi presence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Travel outside Ramadan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Book by App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Seasonal traveler </a:t>
            </a:r>
            <a:r>
              <a:rPr lang="en-US" sz="1400" dirty="0"/>
              <a:t>(13%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Traveler of peak seasons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Single trip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High price compared with other profiles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preference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Predominance of foreigners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Shorter anticipation (up to four days)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Book by App as other profiles, but also through website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80137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39400-1141-D121-3A30-F7F2D6CD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9D9F33A0-28B4-0376-84C9-CF0E86C18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E860C-21B8-7D4D-029C-A5D806D7A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8C65BFC8-A169-2123-E3A9-19EBDD88D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6ECCBA-3B19-BC73-9AB9-FEAD1A45FA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1BC917-9CA7-8160-CE16-BFC2AB73A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666C15-102E-2E97-7118-0CA8567F74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455E4885-3F62-B752-4ABF-95DD206AF2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E80867-B14B-93E1-AE5B-A862839D58AD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KAIA-MADINAH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7CDCE-F6AD-049A-158F-FB0DCBE13E8C}"/>
              </a:ext>
            </a:extLst>
          </p:cNvPr>
          <p:cNvSpPr txBox="1"/>
          <p:nvPr/>
        </p:nvSpPr>
        <p:spPr>
          <a:xfrm>
            <a:off x="1401153" y="1294376"/>
            <a:ext cx="92106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Round Trip Frequent </a:t>
            </a:r>
            <a:r>
              <a:rPr lang="en-US" sz="1400" dirty="0"/>
              <a:t>(13%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Similar to Round Trip Occasional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Increased frequency: once or twice per month</a:t>
            </a:r>
          </a:p>
          <a:p>
            <a:pPr lvl="1"/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Opportunist </a:t>
            </a:r>
            <a:r>
              <a:rPr lang="en-US" sz="1400" dirty="0"/>
              <a:t>(12%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Single trip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Lower price compared with other profiles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Medium anticipation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Outside seasons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App bookings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One way occasional </a:t>
            </a:r>
            <a:r>
              <a:rPr lang="en-US" sz="1400" dirty="0"/>
              <a:t>(11%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Similar to Round Trip Occasional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One or two yearly single trips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Website bookings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Business Traveler </a:t>
            </a:r>
            <a:r>
              <a:rPr lang="en-US" sz="1400" dirty="0"/>
              <a:t>(7%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Business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Higher price due to the class selection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Preference for using App, then website, but also some TOM bookings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Short anticipation (up to 3 days)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4509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4448C-0E8E-D3BF-4F47-70A4D0A4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E9BDFD22-8F7A-3543-BD8B-5D02DC357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488B10-9FD9-7A03-DA72-5FF4ACEB8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CD86E4E-6C79-B8B0-D3C0-42B1650192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D963C53-8F72-9990-033A-024715D57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180B8F4-560A-6C9C-F852-1D5A7C402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C97DD-4D8F-4059-43D0-B7C713B25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E2D5F408-094E-25C5-4EFF-7D5400D04D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2" b="21408"/>
          <a:stretch/>
        </p:blipFill>
        <p:spPr>
          <a:xfrm>
            <a:off x="27711" y="36944"/>
            <a:ext cx="1766453" cy="970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A2A70D-EA02-0757-3596-9CF128A6148D}"/>
              </a:ext>
            </a:extLst>
          </p:cNvPr>
          <p:cNvSpPr txBox="1"/>
          <p:nvPr/>
        </p:nvSpPr>
        <p:spPr>
          <a:xfrm>
            <a:off x="4040557" y="532933"/>
            <a:ext cx="393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ROUTE KAIA-MADINAH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FF854-9C4C-DD90-8CE1-0700C80B3C86}"/>
              </a:ext>
            </a:extLst>
          </p:cNvPr>
          <p:cNvSpPr txBox="1"/>
          <p:nvPr/>
        </p:nvSpPr>
        <p:spPr>
          <a:xfrm>
            <a:off x="1401153" y="1294376"/>
            <a:ext cx="92106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Planner </a:t>
            </a:r>
            <a:r>
              <a:rPr lang="en-US" sz="1400" dirty="0"/>
              <a:t>(5%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Larger anticipation (from 4 to 7 weeks)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Single trip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Mostly foreigners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App and website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Hajj Groups </a:t>
            </a:r>
            <a:r>
              <a:rPr lang="en-US" sz="1400" dirty="0"/>
              <a:t>(&lt;1% bookings)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Large anticipation (from 1 to 4 weeks)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Hajj Season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Slight higher price due </a:t>
            </a:r>
            <a:r>
              <a:rPr lang="en-US" sz="1400"/>
              <a:t>to seasonality</a:t>
            </a: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Big Groups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Economy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Foreigners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Website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770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6C7FE9F078E1478EFB042BCE83A9F7" ma:contentTypeVersion="12" ma:contentTypeDescription="Create a new document." ma:contentTypeScope="" ma:versionID="56afb4f7de11a046083d8dc4bdf90a30">
  <xsd:schema xmlns:xsd="http://www.w3.org/2001/XMLSchema" xmlns:xs="http://www.w3.org/2001/XMLSchema" xmlns:p="http://schemas.microsoft.com/office/2006/metadata/properties" xmlns:ns2="f606e941-3824-4ef1-b515-fe2080f4379d" xmlns:ns3="0ce017d3-1494-4201-9a02-4f3900890ef5" targetNamespace="http://schemas.microsoft.com/office/2006/metadata/properties" ma:root="true" ma:fieldsID="495d0ce6239d738092e61e714a1c2f77" ns2:_="" ns3:_="">
    <xsd:import namespace="f606e941-3824-4ef1-b515-fe2080f4379d"/>
    <xsd:import namespace="0ce017d3-1494-4201-9a02-4f3900890e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06e941-3824-4ef1-b515-fe2080f437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ebe3d27-cdb5-415f-9fad-ca98ca0119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e017d3-1494-4201-9a02-4f3900890ef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6aeba48-316f-46e5-92c4-95d69f89c778}" ma:internalName="TaxCatchAll" ma:showField="CatchAllData" ma:web="0ce017d3-1494-4201-9a02-4f3900890e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606e941-3824-4ef1-b515-fe2080f4379d">
      <Terms xmlns="http://schemas.microsoft.com/office/infopath/2007/PartnerControls"/>
    </lcf76f155ced4ddcb4097134ff3c332f>
    <TaxCatchAll xmlns="0ce017d3-1494-4201-9a02-4f3900890ef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2272E7-2FAA-49CD-8ED9-50EB0A05C3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06e941-3824-4ef1-b515-fe2080f4379d"/>
    <ds:schemaRef ds:uri="0ce017d3-1494-4201-9a02-4f3900890e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9CF669-E0BE-4F21-9DDC-D4A4882CBF8B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e02f17ca-3a57-4f66-83b2-5a2e4632837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641981-d9c1-41bc-a2ea-47e155c04817"/>
    <ds:schemaRef ds:uri="f606e941-3824-4ef1-b515-fe2080f4379d"/>
    <ds:schemaRef ds:uri="0ce017d3-1494-4201-9a02-4f3900890ef5"/>
  </ds:schemaRefs>
</ds:datastoreItem>
</file>

<file path=customXml/itemProps3.xml><?xml version="1.0" encoding="utf-8"?>
<ds:datastoreItem xmlns:ds="http://schemas.openxmlformats.org/officeDocument/2006/customXml" ds:itemID="{CD241580-7F2D-48C2-8320-E90E86F37A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1084</Words>
  <Application>Microsoft Office PowerPoint</Application>
  <PresentationFormat>Widescreen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WIDYAN MOHAMMED A ALHARBI</dc:creator>
  <cp:lastModifiedBy>Joan Fita</cp:lastModifiedBy>
  <cp:revision>2</cp:revision>
  <dcterms:created xsi:type="dcterms:W3CDTF">2023-05-03T18:02:06Z</dcterms:created>
  <dcterms:modified xsi:type="dcterms:W3CDTF">2025-07-17T10:44:07Z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0x010100386C7FE9F078E1478EFB042BCE83A9F7</vt:lpwstr>
  </property>
  <property fmtid="{D5CDD505-2E9C-101B-9397-08002B2CF9AE}" pid="3" name="MediaServiceImageTags">
    <vt:lpwstr/>
  </property>
</Properties>
</file>